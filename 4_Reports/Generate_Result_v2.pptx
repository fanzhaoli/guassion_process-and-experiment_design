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1" r:id="rId4"/>
    <p:sldId id="262" r:id="rId5"/>
    <p:sldId id="257" r:id="rId6"/>
    <p:sldId id="266" r:id="rId7"/>
    <p:sldId id="267" r:id="rId8"/>
    <p:sldId id="258" r:id="rId9"/>
    <p:sldId id="263" r:id="rId10"/>
    <p:sldId id="264" r:id="rId11"/>
    <p:sldId id="265" r:id="rId12"/>
    <p:sldId id="259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7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tags" Target="../tags/tag3.xml"/><Relationship Id="rId4" Type="http://schemas.openxmlformats.org/officeDocument/2006/relationships/image" Target="../media/image8.png"/><Relationship Id="rId3" Type="http://schemas.openxmlformats.org/officeDocument/2006/relationships/tags" Target="../tags/tag2.xml"/><Relationship Id="rId2" Type="http://schemas.openxmlformats.org/officeDocument/2006/relationships/image" Target="../media/image7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3.png"/><Relationship Id="rId7" Type="http://schemas.openxmlformats.org/officeDocument/2006/relationships/tags" Target="../tags/tag7.xml"/><Relationship Id="rId6" Type="http://schemas.openxmlformats.org/officeDocument/2006/relationships/image" Target="../media/image12.png"/><Relationship Id="rId5" Type="http://schemas.openxmlformats.org/officeDocument/2006/relationships/tags" Target="../tags/tag6.xml"/><Relationship Id="rId4" Type="http://schemas.openxmlformats.org/officeDocument/2006/relationships/image" Target="../media/image11.png"/><Relationship Id="rId3" Type="http://schemas.openxmlformats.org/officeDocument/2006/relationships/tags" Target="../tags/tag5.xml"/><Relationship Id="rId2" Type="http://schemas.openxmlformats.org/officeDocument/2006/relationships/image" Target="../media/image10.png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19075" y="1270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Generate_Data_v2.4.ipynb</a:t>
            </a:r>
            <a:endParaRPr lang="en-US" altLang="zh-CN"/>
          </a:p>
        </p:txBody>
      </p:sp>
      <p:pic>
        <p:nvPicPr>
          <p:cNvPr id="6" name="图片 5" descr="RT_by_label_v2.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0475" y="332105"/>
            <a:ext cx="3886835" cy="2498090"/>
          </a:xfrm>
          <a:prstGeom prst="rect">
            <a:avLst/>
          </a:prstGeom>
        </p:spPr>
      </p:pic>
      <p:pic>
        <p:nvPicPr>
          <p:cNvPr id="7" name="图片 6" descr="RT_distribution_v2.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4645" y="433705"/>
            <a:ext cx="3886835" cy="2498090"/>
          </a:xfrm>
          <a:prstGeom prst="rect">
            <a:avLst/>
          </a:prstGeom>
        </p:spPr>
      </p:pic>
      <p:pic>
        <p:nvPicPr>
          <p:cNvPr id="8" name="图片 7" descr="SPE_dist_v2.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945" y="3089275"/>
            <a:ext cx="3806825" cy="2498090"/>
          </a:xfrm>
          <a:prstGeom prst="rect">
            <a:avLst/>
          </a:prstGeom>
        </p:spPr>
      </p:pic>
      <p:sp>
        <p:nvSpPr>
          <p:cNvPr id="10" name="圆角矩形 9"/>
          <p:cNvSpPr/>
          <p:nvPr/>
        </p:nvSpPr>
        <p:spPr>
          <a:xfrm>
            <a:off x="380365" y="685165"/>
            <a:ext cx="2318385" cy="229679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45465" y="1508125"/>
            <a:ext cx="1987550" cy="1148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>
                <a:sym typeface="+mn-ea"/>
              </a:rPr>
              <a:t>n_subjects=50, </a:t>
            </a:r>
            <a:endParaRPr lang="en-US" altLang="zh-CN"/>
          </a:p>
          <a:p>
            <a:pPr algn="ctr"/>
            <a:r>
              <a:rPr lang="en-US" altLang="zh-CN">
                <a:sym typeface="+mn-ea"/>
              </a:rPr>
              <a:t>trials_per_sub=60, </a:t>
            </a:r>
            <a:endParaRPr lang="en-US" altLang="zh-CN"/>
          </a:p>
          <a:p>
            <a:pPr algn="ctr"/>
            <a:r>
              <a:rPr lang="en-US" altLang="zh-CN">
                <a:sym typeface="+mn-ea"/>
              </a:rPr>
              <a:t>w_gp=0.5, </a:t>
            </a:r>
            <a:endParaRPr lang="en-US" altLang="zh-CN"/>
          </a:p>
          <a:p>
            <a:pPr algn="ctr"/>
            <a:r>
              <a:rPr lang="en-US" altLang="zh-CN">
                <a:sym typeface="+mn-ea"/>
              </a:rPr>
              <a:t>seed=42</a:t>
            </a:r>
            <a:endParaRPr lang="en-US" altLang="zh-CN"/>
          </a:p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58850" y="778510"/>
            <a:ext cx="11607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参数设置（</a:t>
            </a:r>
            <a:r>
              <a:rPr lang="en-US" altLang="zh-CN"/>
              <a:t>Small</a:t>
            </a:r>
            <a:r>
              <a:rPr lang="zh-CN" altLang="en-US"/>
              <a:t>）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19075" y="1270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Generate_Data_v2.4.ipynb</a:t>
            </a:r>
            <a:endParaRPr lang="en-US" altLang="zh-CN"/>
          </a:p>
        </p:txBody>
      </p:sp>
      <p:sp>
        <p:nvSpPr>
          <p:cNvPr id="10" name="圆角矩形 9"/>
          <p:cNvSpPr/>
          <p:nvPr/>
        </p:nvSpPr>
        <p:spPr>
          <a:xfrm>
            <a:off x="380365" y="685165"/>
            <a:ext cx="2318385" cy="229679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45465" y="1508125"/>
            <a:ext cx="1987550" cy="1148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>
                <a:sym typeface="+mn-ea"/>
              </a:rPr>
              <a:t>n_subjects=500, </a:t>
            </a:r>
            <a:endParaRPr lang="en-US" altLang="zh-CN"/>
          </a:p>
          <a:p>
            <a:pPr algn="ctr"/>
            <a:r>
              <a:rPr lang="en-US" altLang="zh-CN">
                <a:sym typeface="+mn-ea"/>
              </a:rPr>
              <a:t>trials_per_sub=60, </a:t>
            </a:r>
            <a:endParaRPr lang="en-US" altLang="zh-CN"/>
          </a:p>
          <a:p>
            <a:pPr algn="ctr"/>
            <a:r>
              <a:rPr lang="en-US" altLang="zh-CN">
                <a:sym typeface="+mn-ea"/>
              </a:rPr>
              <a:t>w_gp=0.5, </a:t>
            </a:r>
            <a:endParaRPr lang="en-US" altLang="zh-CN"/>
          </a:p>
          <a:p>
            <a:pPr algn="ctr"/>
            <a:r>
              <a:rPr lang="en-US" altLang="zh-CN">
                <a:sym typeface="+mn-ea"/>
              </a:rPr>
              <a:t>seed=42</a:t>
            </a:r>
            <a:endParaRPr lang="en-US" altLang="zh-CN"/>
          </a:p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58850" y="778510"/>
            <a:ext cx="11607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参数设置（</a:t>
            </a:r>
            <a:r>
              <a:rPr lang="en-US" altLang="zh-CN"/>
              <a:t>Mid</a:t>
            </a:r>
            <a:r>
              <a:rPr lang="zh-CN" altLang="en-US"/>
              <a:t>）</a:t>
            </a:r>
            <a:endParaRPr lang="zh-CN" altLang="en-US"/>
          </a:p>
        </p:txBody>
      </p:sp>
      <p:pic>
        <p:nvPicPr>
          <p:cNvPr id="9" name="图片 8" descr="RT_by_label_v2.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2235" y="417195"/>
            <a:ext cx="4076700" cy="2592705"/>
          </a:xfrm>
          <a:prstGeom prst="rect">
            <a:avLst/>
          </a:prstGeom>
        </p:spPr>
      </p:pic>
      <p:pic>
        <p:nvPicPr>
          <p:cNvPr id="11" name="图片 10" descr="RT_distribution_v2.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1340" y="389255"/>
            <a:ext cx="4076700" cy="2592705"/>
          </a:xfrm>
          <a:prstGeom prst="rect">
            <a:avLst/>
          </a:prstGeom>
        </p:spPr>
      </p:pic>
      <p:pic>
        <p:nvPicPr>
          <p:cNvPr id="14" name="图片 13" descr="SPE_dist_v2.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61360"/>
            <a:ext cx="3994785" cy="25927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19075" y="1270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Generate_Data_v2.4.ipynb</a:t>
            </a:r>
            <a:endParaRPr lang="en-US" altLang="zh-CN"/>
          </a:p>
        </p:txBody>
      </p:sp>
      <p:sp>
        <p:nvSpPr>
          <p:cNvPr id="10" name="圆角矩形 9"/>
          <p:cNvSpPr/>
          <p:nvPr/>
        </p:nvSpPr>
        <p:spPr>
          <a:xfrm>
            <a:off x="380365" y="685165"/>
            <a:ext cx="2318385" cy="229679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45465" y="1508125"/>
            <a:ext cx="1987550" cy="1148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>
                <a:sym typeface="+mn-ea"/>
              </a:rPr>
              <a:t>n_subjects=5000, </a:t>
            </a:r>
            <a:endParaRPr lang="en-US" altLang="zh-CN"/>
          </a:p>
          <a:p>
            <a:pPr algn="ctr"/>
            <a:r>
              <a:rPr lang="en-US" altLang="zh-CN">
                <a:sym typeface="+mn-ea"/>
              </a:rPr>
              <a:t>trials_per_sub=60, </a:t>
            </a:r>
            <a:endParaRPr lang="en-US" altLang="zh-CN"/>
          </a:p>
          <a:p>
            <a:pPr algn="ctr"/>
            <a:r>
              <a:rPr lang="en-US" altLang="zh-CN">
                <a:sym typeface="+mn-ea"/>
              </a:rPr>
              <a:t>w_gp=0.5, </a:t>
            </a:r>
            <a:endParaRPr lang="en-US" altLang="zh-CN"/>
          </a:p>
          <a:p>
            <a:pPr algn="ctr"/>
            <a:r>
              <a:rPr lang="en-US" altLang="zh-CN">
                <a:sym typeface="+mn-ea"/>
              </a:rPr>
              <a:t>seed=42</a:t>
            </a:r>
            <a:endParaRPr lang="en-US" altLang="zh-CN"/>
          </a:p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58850" y="778510"/>
            <a:ext cx="11607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参数设置（</a:t>
            </a:r>
            <a:r>
              <a:rPr lang="en-US" altLang="zh-CN"/>
              <a:t>Large</a:t>
            </a:r>
            <a:r>
              <a:rPr lang="zh-CN" altLang="en-US"/>
              <a:t>）</a:t>
            </a:r>
            <a:endParaRPr lang="zh-CN" altLang="en-US"/>
          </a:p>
        </p:txBody>
      </p:sp>
      <p:pic>
        <p:nvPicPr>
          <p:cNvPr id="2" name="图片 1" descr="SPE_dist_v2.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689090" y="2708910"/>
            <a:ext cx="3499485" cy="2249170"/>
          </a:xfrm>
          <a:prstGeom prst="rect">
            <a:avLst/>
          </a:prstGeom>
        </p:spPr>
      </p:pic>
      <p:pic>
        <p:nvPicPr>
          <p:cNvPr id="6" name="图片 5" descr="RT_by_label_v2.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791710" y="359410"/>
            <a:ext cx="3536950" cy="2249170"/>
          </a:xfrm>
          <a:prstGeom prst="rect">
            <a:avLst/>
          </a:prstGeom>
        </p:spPr>
      </p:pic>
      <p:pic>
        <p:nvPicPr>
          <p:cNvPr id="7" name="图片 6" descr="RT_distribution_v2.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593455" y="359410"/>
            <a:ext cx="3536950" cy="22491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19075" y="1270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Generate_Data_v2.4_PR.ipynb</a:t>
            </a:r>
            <a:endParaRPr lang="en-US" altLang="zh-CN"/>
          </a:p>
        </p:txBody>
      </p:sp>
      <p:sp>
        <p:nvSpPr>
          <p:cNvPr id="10" name="圆角矩形 9"/>
          <p:cNvSpPr/>
          <p:nvPr/>
        </p:nvSpPr>
        <p:spPr>
          <a:xfrm>
            <a:off x="380365" y="685165"/>
            <a:ext cx="2318385" cy="348170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56565" y="1212215"/>
            <a:ext cx="2241550" cy="1148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/>
              <a:t>sizes=(20,50,100),  # </a:t>
            </a:r>
            <a:r>
              <a:rPr lang="zh-CN" altLang="en-US"/>
              <a:t>被试数量</a:t>
            </a:r>
            <a:endParaRPr lang="zh-CN" altLang="en-US"/>
          </a:p>
          <a:p>
            <a:pPr algn="ctr"/>
            <a:r>
              <a:rPr lang="en-US" altLang="zh-CN"/>
              <a:t>    v_noises=(0.2,0.5,1.0,2.0),  # v</a:t>
            </a:r>
            <a:r>
              <a:rPr lang="zh-CN" altLang="en-US"/>
              <a:t>参数噪声水平</a:t>
            </a:r>
            <a:endParaRPr lang="zh-CN" altLang="en-US"/>
          </a:p>
          <a:p>
            <a:pPr algn="ctr"/>
            <a:endParaRPr lang="zh-CN" altLang="en-US"/>
          </a:p>
          <a:p>
            <a:pPr algn="ctr"/>
            <a:r>
              <a:rPr lang="en-US" altLang="zh-CN"/>
              <a:t>    repeats=5  # </a:t>
            </a:r>
            <a:r>
              <a:rPr lang="zh-CN" altLang="en-US"/>
              <a:t>重复次数（越多结果越稳，也越慢）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58850" y="778510"/>
            <a:ext cx="1160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参数设置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608070" y="961390"/>
            <a:ext cx="670560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造真实参数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生成行为数据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让模型反猜参数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看猜得准不准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1. </a:t>
            </a:r>
            <a:r>
              <a:rPr lang="zh-CN" altLang="en-US"/>
              <a:t>看</a:t>
            </a:r>
            <a:r>
              <a:rPr lang="en-US" altLang="zh-CN"/>
              <a:t> r</a:t>
            </a:r>
            <a:r>
              <a:rPr lang="zh-CN" altLang="en-US"/>
              <a:t>（相关系数）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r &gt; 0.5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恢复得还行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r &gt; 0.7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恢复得很好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r &gt; 0.9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恢复得非常完美</a:t>
            </a:r>
            <a:endParaRPr lang="zh-CN" altLang="en-US"/>
          </a:p>
          <a:p>
            <a:r>
              <a:rPr lang="zh-CN" altLang="en-US"/>
              <a:t>意思：</a:t>
            </a:r>
            <a:endParaRPr lang="zh-CN" altLang="en-US"/>
          </a:p>
          <a:p>
            <a:r>
              <a:rPr lang="zh-CN" altLang="en-US"/>
              <a:t>模型猜的参数</a:t>
            </a:r>
            <a:r>
              <a:rPr lang="en-US" altLang="zh-CN"/>
              <a:t> </a:t>
            </a:r>
            <a:r>
              <a:rPr lang="zh-CN" altLang="en-US"/>
              <a:t>和</a:t>
            </a:r>
            <a:r>
              <a:rPr lang="en-US" altLang="zh-CN"/>
              <a:t> </a:t>
            </a:r>
            <a:r>
              <a:rPr lang="zh-CN" altLang="en-US"/>
              <a:t>真实参数</a:t>
            </a:r>
            <a:r>
              <a:rPr lang="en-US" altLang="zh-CN"/>
              <a:t> </a:t>
            </a:r>
            <a:r>
              <a:rPr lang="zh-CN" altLang="en-US"/>
              <a:t>高度一致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看</a:t>
            </a:r>
            <a:r>
              <a:rPr lang="en-US" altLang="zh-CN"/>
              <a:t> RMSE</a:t>
            </a:r>
            <a:r>
              <a:rPr lang="zh-CN" altLang="en-US"/>
              <a:t>（误差）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越小越好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越大</a:t>
            </a:r>
            <a:r>
              <a:rPr lang="en-US" altLang="zh-CN"/>
              <a:t> = </a:t>
            </a:r>
            <a:r>
              <a:rPr lang="zh-CN" altLang="en-US"/>
              <a:t>猜得越不准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19075" y="1270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Generate_Data_v2.4_PR.ipynb</a:t>
            </a:r>
            <a:endParaRPr lang="en-US" altLang="zh-CN"/>
          </a:p>
        </p:txBody>
      </p:sp>
      <p:sp>
        <p:nvSpPr>
          <p:cNvPr id="10" name="圆角矩形 9"/>
          <p:cNvSpPr/>
          <p:nvPr/>
        </p:nvSpPr>
        <p:spPr>
          <a:xfrm>
            <a:off x="380365" y="685165"/>
            <a:ext cx="2318385" cy="348170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56565" y="1212215"/>
            <a:ext cx="2241550" cy="1148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/>
              <a:t>sizes=(20,50,100),  # </a:t>
            </a:r>
            <a:r>
              <a:rPr lang="zh-CN" altLang="en-US"/>
              <a:t>被试数量</a:t>
            </a:r>
            <a:endParaRPr lang="zh-CN" altLang="en-US"/>
          </a:p>
          <a:p>
            <a:pPr algn="ctr"/>
            <a:r>
              <a:rPr lang="en-US" altLang="zh-CN"/>
              <a:t>    v_noises=(0.2,0.5,1.0,2.0),  # v</a:t>
            </a:r>
            <a:r>
              <a:rPr lang="zh-CN" altLang="en-US"/>
              <a:t>参数噪声水平</a:t>
            </a:r>
            <a:endParaRPr lang="zh-CN" altLang="en-US"/>
          </a:p>
          <a:p>
            <a:pPr algn="ctr"/>
            <a:endParaRPr lang="zh-CN" altLang="en-US"/>
          </a:p>
          <a:p>
            <a:pPr algn="ctr"/>
            <a:r>
              <a:rPr lang="en-US" altLang="zh-CN"/>
              <a:t>    repeats=5  # </a:t>
            </a:r>
            <a:r>
              <a:rPr lang="zh-CN" altLang="en-US"/>
              <a:t>重复次数（越多结果越稳，也越慢）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58850" y="778510"/>
            <a:ext cx="1160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参数设置</a:t>
            </a:r>
            <a:endParaRPr lang="zh-CN" altLang="en-US"/>
          </a:p>
        </p:txBody>
      </p:sp>
      <p:pic>
        <p:nvPicPr>
          <p:cNvPr id="4" name="图片 3" descr="r_a_by_vnoise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8214" r="8214"/>
          <a:stretch>
            <a:fillRect/>
          </a:stretch>
        </p:blipFill>
        <p:spPr>
          <a:xfrm>
            <a:off x="3460750" y="338455"/>
            <a:ext cx="4062323" cy="3038068"/>
          </a:xfrm>
          <a:prstGeom prst="rect">
            <a:avLst/>
          </a:prstGeom>
        </p:spPr>
      </p:pic>
      <p:pic>
        <p:nvPicPr>
          <p:cNvPr id="8" name="图片 7" descr="r_v_by_vnoise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8214" r="8214"/>
          <a:stretch>
            <a:fillRect/>
          </a:stretch>
        </p:blipFill>
        <p:spPr>
          <a:xfrm>
            <a:off x="7592467" y="338455"/>
            <a:ext cx="4062323" cy="3038068"/>
          </a:xfrm>
          <a:prstGeom prst="rect">
            <a:avLst/>
          </a:prstGeom>
        </p:spPr>
      </p:pic>
      <p:pic>
        <p:nvPicPr>
          <p:cNvPr id="9" name="图片 8" descr="rmse_a_by_vnoise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l="8214" r="8214"/>
          <a:stretch>
            <a:fillRect/>
          </a:stretch>
        </p:blipFill>
        <p:spPr>
          <a:xfrm>
            <a:off x="3460750" y="3445917"/>
            <a:ext cx="4062323" cy="3038068"/>
          </a:xfrm>
          <a:prstGeom prst="rect">
            <a:avLst/>
          </a:prstGeom>
        </p:spPr>
      </p:pic>
      <p:pic>
        <p:nvPicPr>
          <p:cNvPr id="11" name="图片 10" descr="rmse_v_by_vnoise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l="8214" r="8214"/>
          <a:stretch>
            <a:fillRect/>
          </a:stretch>
        </p:blipFill>
        <p:spPr>
          <a:xfrm>
            <a:off x="7592467" y="3445917"/>
            <a:ext cx="4062323" cy="30380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3542,&quot;width&quot;:5511}"/>
  <p:tag name="KSO_WM_UNIT_PLACING_PICTURE_USER_RELATIVERECTANGLE" val="{&quot;bottom&quot;:0,&quot;left&quot;:0,&quot;right&quot;:0,&quot;top&quot;:0}"/>
  <p:tag name="KSO_WM_UNIT_PLACING_PICTURE_COLLAGE_RELATIVERECTANGLE" val="{&quot;bottom&quot;:0,&quot;left&quot;:0.06988841763493527,&quot;right&quot;:0.06988841763493527,&quot;top&quot;:0}"/>
  <p:tag name="KSO_WM_UNIT_PLACING_PICTURE_COLLAGE_VIEWPORT" val="{&quot;height&quot;:3275.409053785715,&quot;width&quot;:4383.878738380952}"/>
</p:tagLst>
</file>

<file path=ppt/tags/tag2.xml><?xml version="1.0" encoding="utf-8"?>
<p:tagLst xmlns:p="http://schemas.openxmlformats.org/presentationml/2006/main">
  <p:tag name="KSO_WM_UNIT_PLACING_PICTURE_USER_VIEWPORT" val="{&quot;height&quot;:3542,&quot;width&quot;:5570}"/>
  <p:tag name="KSO_WM_UNIT_PLACING_PICTURE_USER_RELATIVERECTANGLE" val="{&quot;bottom&quot;:0,&quot;left&quot;:0,&quot;right&quot;:0,&quot;top&quot;:0}"/>
  <p:tag name="KSO_WM_UNIT_PLACING_PICTURE_COLLAGE_RELATIVERECTANGLE" val="{&quot;bottom&quot;:0,&quot;left&quot;:0.07444435719679139,&quot;right&quot;:0.07444435719679139,&quot;top&quot;:0}"/>
  <p:tag name="KSO_WM_UNIT_PLACING_PICTURE_COLLAGE_VIEWPORT" val="{&quot;height&quot;:3275.409053785715,&quot;width&quot;:4383.878738380952}"/>
</p:tagLst>
</file>

<file path=ppt/tags/tag3.xml><?xml version="1.0" encoding="utf-8"?>
<p:tagLst xmlns:p="http://schemas.openxmlformats.org/presentationml/2006/main">
  <p:tag name="KSO_WM_UNIT_PLACING_PICTURE_USER_VIEWPORT" val="{&quot;height&quot;:3542,&quot;width&quot;:5570}"/>
  <p:tag name="KSO_WM_UNIT_PLACING_PICTURE_USER_RELATIVERECTANGLE" val="{&quot;bottom&quot;:0,&quot;left&quot;:0,&quot;right&quot;:0,&quot;top&quot;:0}"/>
  <p:tag name="KSO_WM_UNIT_PLACING_PICTURE_COLLAGE_RELATIVERECTANGLE" val="{&quot;bottom&quot;:0.20957875646031962,&quot;left&quot;:0,&quot;right&quot;:0,&quot;top&quot;:0.20957875646031962}"/>
  <p:tag name="KSO_WM_UNIT_PLACING_PICTURE_COLLAGE_VIEWPORT" val="{&quot;height&quot;:3275.409053785715,&quot;width&quot;:8867.757476761904}"/>
</p:tagLst>
</file>

<file path=ppt/tags/tag4.xml><?xml version="1.0" encoding="utf-8"?>
<p:tagLst xmlns:p="http://schemas.openxmlformats.org/presentationml/2006/main">
  <p:tag name="KSO_WM_UNIT_PLACING_PICTURE_USER_VIEWPORT" val="{&quot;height&quot;:7200,&quot;width&quot;:11520}"/>
  <p:tag name="KSO_WM_UNIT_PLACING_PICTURE_USER_RELATIVERECTANGLE" val="{&quot;bottom&quot;:0,&quot;left&quot;:0,&quot;right&quot;:0,&quot;top&quot;:0}"/>
  <p:tag name="KSO_WM_UNIT_PLACING_PICTURE_COLLAGE_RELATIVERECTANGLE" val="{&quot;height&quot;:4784.359078590786,&quot;width&quot;:6397.359078590786}"/>
  <p:tag name="KSO_WM_UNIT_PLACING_PICTURE_COLLAGE_VIEWPORT" val="{&quot;height&quot;:4378,&quot;width&quot;:5854}"/>
  <p:tag name="KSO_WM_UNIT_PLACING_PICTURE_INFO" val="{&quot;code&quot;:&quot;bAb[1]&quot;,&quot;full_picture&quot;:false,&quot;last_crop_picture&quot;:&quot;bAb[1]&quot;,&quot;scheme&quot;:&quot;4-1&quot;,&quot;spacing&quot;:5}"/>
  <p:tag name="KSO_WM_UNIT_PLACING_PICTURE" val="172038.524"/>
  <p:tag name="KSO_WM_BEAUTIFY_FLAG" val=""/>
  <p:tag name="KSO_WM_UNIT_INDEX" val=""/>
  <p:tag name="KSO_WM_UNIT_ID" val=""/>
</p:tagLst>
</file>

<file path=ppt/tags/tag5.xml><?xml version="1.0" encoding="utf-8"?>
<p:tagLst xmlns:p="http://schemas.openxmlformats.org/presentationml/2006/main">
  <p:tag name="KSO_WM_UNIT_PLACING_PICTURE_USER_VIEWPORT" val="{&quot;height&quot;:7200,&quot;width&quot;:11520}"/>
  <p:tag name="KSO_WM_UNIT_PLACING_PICTURE_USER_RELATIVERECTANGLE" val="{&quot;bottom&quot;:0,&quot;left&quot;:0,&quot;right&quot;:0,&quot;top&quot;:0}"/>
  <p:tag name="KSO_WM_UNIT_PLACING_PICTURE_COLLAGE_RELATIVERECTANGLE" val="{&quot;height&quot;:4784.359078590786,&quot;width&quot;:6397.359078590786}"/>
  <p:tag name="KSO_WM_UNIT_PLACING_PICTURE_COLLAGE_VIEWPORT" val="{&quot;height&quot;:4378,&quot;width&quot;:5854}"/>
  <p:tag name="KSO_WM_UNIT_PLACING_PICTURE_INFO" val="{&quot;code&quot;:&quot;bAb[1]&quot;,&quot;full_picture&quot;:false,&quot;last_crop_picture&quot;:&quot;bAb[1]&quot;,&quot;scheme&quot;:&quot;4-1&quot;,&quot;spacing&quot;:5}"/>
  <p:tag name="KSO_WM_UNIT_PLACING_PICTURE" val="172038.524"/>
  <p:tag name="KSO_WM_BEAUTIFY_FLAG" val=""/>
  <p:tag name="KSO_WM_UNIT_INDEX" val=""/>
  <p:tag name="KSO_WM_UNIT_ID" val=""/>
</p:tagLst>
</file>

<file path=ppt/tags/tag6.xml><?xml version="1.0" encoding="utf-8"?>
<p:tagLst xmlns:p="http://schemas.openxmlformats.org/presentationml/2006/main">
  <p:tag name="KSO_WM_UNIT_PLACING_PICTURE_USER_VIEWPORT" val="{&quot;height&quot;:7200,&quot;width&quot;:11520}"/>
  <p:tag name="KSO_WM_UNIT_PLACING_PICTURE_USER_RELATIVERECTANGLE" val="{&quot;bottom&quot;:0,&quot;left&quot;:0,&quot;right&quot;:0,&quot;top&quot;:0}"/>
  <p:tag name="KSO_WM_UNIT_PLACING_PICTURE_COLLAGE_RELATIVERECTANGLE" val="{&quot;height&quot;:4784.359078590786,&quot;width&quot;:6397.359078590786}"/>
  <p:tag name="KSO_WM_UNIT_PLACING_PICTURE_COLLAGE_VIEWPORT" val="{&quot;height&quot;:4378,&quot;width&quot;:5854}"/>
  <p:tag name="KSO_WM_UNIT_PLACING_PICTURE_INFO" val="{&quot;code&quot;:&quot;bAb[1]&quot;,&quot;full_picture&quot;:false,&quot;last_crop_picture&quot;:&quot;bAb[1]&quot;,&quot;scheme&quot;:&quot;4-1&quot;,&quot;spacing&quot;:5}"/>
  <p:tag name="KSO_WM_UNIT_PLACING_PICTURE" val="172038.524"/>
  <p:tag name="KSO_WM_BEAUTIFY_FLAG" val=""/>
  <p:tag name="KSO_WM_UNIT_INDEX" val=""/>
  <p:tag name="KSO_WM_UNIT_ID" val=""/>
</p:tagLst>
</file>

<file path=ppt/tags/tag7.xml><?xml version="1.0" encoding="utf-8"?>
<p:tagLst xmlns:p="http://schemas.openxmlformats.org/presentationml/2006/main">
  <p:tag name="KSO_WM_UNIT_PLACING_PICTURE_USER_VIEWPORT" val="{&quot;height&quot;:7200,&quot;width&quot;:11520}"/>
  <p:tag name="KSO_WM_UNIT_PLACING_PICTURE_USER_RELATIVERECTANGLE" val="{&quot;bottom&quot;:0,&quot;left&quot;:0,&quot;right&quot;:0,&quot;top&quot;:0}"/>
  <p:tag name="KSO_WM_UNIT_PLACING_PICTURE_COLLAGE_RELATIVERECTANGLE" val="{&quot;height&quot;:4784.359078590786,&quot;width&quot;:6397.359078590786}"/>
  <p:tag name="KSO_WM_UNIT_PLACING_PICTURE_COLLAGE_VIEWPORT" val="{&quot;height&quot;:4378,&quot;width&quot;:5854}"/>
  <p:tag name="KSO_WM_UNIT_PLACING_PICTURE_INFO" val="{&quot;code&quot;:&quot;bAb[1]&quot;,&quot;full_picture&quot;:false,&quot;last_crop_picture&quot;:&quot;bAb[1]&quot;,&quot;scheme&quot;:&quot;4-1&quot;,&quot;spacing&quot;:5}"/>
  <p:tag name="KSO_WM_UNIT_PLACING_PICTURE" val="172038.524"/>
  <p:tag name="KSO_WM_BEAUTIFY_FLAG" val=""/>
  <p:tag name="KSO_WM_UNIT_INDEX" val=""/>
  <p:tag name="KSO_WM_UNIT_ID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663</Words>
  <Application>WPS 演示</Application>
  <PresentationFormat>宽屏</PresentationFormat>
  <Paragraphs>60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Arial Unicode MS</vt:lpstr>
      <vt:lpstr>Calibri</vt:lpstr>
      <vt:lpstr>微软雅黑</vt:lpstr>
      <vt:lpstr>Consolas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zx C</dc:creator>
  <cp:lastModifiedBy>蔡振辛</cp:lastModifiedBy>
  <cp:revision>32</cp:revision>
  <dcterms:created xsi:type="dcterms:W3CDTF">2023-08-09T12:44:00Z</dcterms:created>
  <dcterms:modified xsi:type="dcterms:W3CDTF">2026-02-16T09:25:52Z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7B70869F8EA24CAA9F7FA51EE1477472_12</vt:lpwstr>
  </property>
</Properties>
</file>