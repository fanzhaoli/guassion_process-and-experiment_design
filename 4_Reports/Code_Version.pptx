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020" y="963295"/>
            <a:ext cx="5695950" cy="43053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7498715" y="773430"/>
            <a:ext cx="4064000" cy="50774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归一化输入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P/T/W </a:t>
            </a:r>
            <a:r>
              <a:rPr lang="zh-CN" altLang="en-US"/>
              <a:t>在每个</a:t>
            </a:r>
            <a:r>
              <a:rPr lang="en-US" altLang="zh-CN"/>
              <a:t> trial </a:t>
            </a:r>
            <a:r>
              <a:rPr lang="zh-CN" altLang="en-US"/>
              <a:t>以连续值采样于</a:t>
            </a:r>
            <a:r>
              <a:rPr lang="en-US" altLang="zh-CN"/>
              <a:t> [-1, 1]</a:t>
            </a:r>
            <a:r>
              <a:rPr lang="zh-CN" altLang="en-US"/>
              <a:t>，作为</a:t>
            </a:r>
            <a:r>
              <a:rPr lang="en-US" altLang="zh-CN"/>
              <a:t> GP+sigmoid </a:t>
            </a:r>
            <a:r>
              <a:rPr lang="zh-CN" altLang="en-US"/>
              <a:t>的输入（模型在标准化空间上学习</a:t>
            </a:r>
            <a:r>
              <a:rPr lang="en-US" altLang="zh-CN"/>
              <a:t> v/a </a:t>
            </a:r>
            <a:r>
              <a:rPr lang="zh-CN" altLang="en-US"/>
              <a:t>映射）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r>
              <a:rPr lang="zh-CN" altLang="en-US"/>
              <a:t>具体例子（按照</a:t>
            </a:r>
            <a:r>
              <a:rPr lang="en-US" altLang="zh-CN"/>
              <a:t> S2 </a:t>
            </a:r>
            <a:r>
              <a:rPr lang="zh-CN" altLang="en-US"/>
              <a:t>的采样范围）：</a:t>
            </a:r>
            <a:endParaRPr lang="zh-CN" altLang="en-US"/>
          </a:p>
          <a:p>
            <a:r>
              <a:rPr lang="en-US" altLang="zh-CN"/>
              <a:t>P in [0,150] </a:t>
            </a:r>
            <a:r>
              <a:rPr lang="en-US" altLang="en-US"/>
              <a:t>→</a:t>
            </a:r>
            <a:r>
              <a:rPr lang="en-US" altLang="zh-CN"/>
              <a:t> P_norm = (P - 75) / 75</a:t>
            </a:r>
            <a:endParaRPr lang="en-US" altLang="zh-CN"/>
          </a:p>
          <a:p>
            <a:r>
              <a:rPr lang="en-US" altLang="zh-CN"/>
              <a:t>T in [10,600] </a:t>
            </a:r>
            <a:r>
              <a:rPr lang="en-US" altLang="en-US"/>
              <a:t>→</a:t>
            </a:r>
            <a:r>
              <a:rPr lang="en-US" altLang="zh-CN"/>
              <a:t> T_norm = (T - 305) / 295</a:t>
            </a:r>
            <a:endParaRPr lang="en-US" altLang="zh-CN"/>
          </a:p>
          <a:p>
            <a:r>
              <a:rPr lang="en-US" altLang="zh-CN"/>
              <a:t>W in [200,1500] </a:t>
            </a:r>
            <a:r>
              <a:rPr lang="en-US" altLang="en-US"/>
              <a:t>→</a:t>
            </a:r>
            <a:r>
              <a:rPr lang="en-US" altLang="zh-CN"/>
              <a:t> W_norm = (W - 850) / 650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归一化能让模型更稳定（尤其是核方法</a:t>
            </a:r>
            <a:r>
              <a:rPr lang="en-US" altLang="zh-CN"/>
              <a:t>/GP</a:t>
            </a:r>
            <a:r>
              <a:rPr lang="zh-CN" altLang="en-US"/>
              <a:t>），但会掩盖物理量级信息；若保留物理解释性，考虑在模型里显式加入尺度参数或用标准化但保留逆变换用于解释。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679450" y="23177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Generate_Data_v1.ipynb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rcRect b="2623"/>
          <a:stretch>
            <a:fillRect/>
          </a:stretch>
        </p:blipFill>
        <p:spPr>
          <a:xfrm>
            <a:off x="1303020" y="2097405"/>
            <a:ext cx="8915400" cy="25228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702310" y="349250"/>
            <a:ext cx="406400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gp_ddm_simulation_v1.1-5.csv</a:t>
            </a:r>
            <a:endParaRPr lang="en-US" altLang="zh-CN"/>
          </a:p>
          <a:p>
            <a:r>
              <a:rPr lang="en-US" altLang="zh-CN"/>
              <a:t>gp_ddm_simulation_v1.2-200.csv</a:t>
            </a:r>
            <a:endParaRPr lang="en-US" altLang="zh-CN"/>
          </a:p>
          <a:p>
            <a:r>
              <a:rPr lang="en-US" altLang="zh-CN"/>
              <a:t>gp_ddm_simulation_v1.3-2000.csv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394</Words>
  <Application>WPS 演示</Application>
  <PresentationFormat>宽屏</PresentationFormat>
  <Paragraphs>20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1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zx C</dc:creator>
  <cp:lastModifiedBy>蔡振辛</cp:lastModifiedBy>
  <cp:revision>13</cp:revision>
  <dcterms:created xsi:type="dcterms:W3CDTF">2023-08-09T12:44:00Z</dcterms:created>
  <dcterms:modified xsi:type="dcterms:W3CDTF">2026-03-02T03:48:51Z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10EC5903926A429EBA5E95FCAFDDBA91_12</vt:lpwstr>
  </property>
</Properties>
</file>